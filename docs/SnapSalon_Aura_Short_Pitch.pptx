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5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SnapSalon Aura</a:t>
            </a:r>
          </a:p>
          <a:p>
            <a:pPr>
              <a:defRPr sz="2500">
                <a:solidFill>
                  <a:srgbClr val="CCE2EF"/>
                </a:solidFill>
              </a:defRPr>
            </a:pPr>
            <a:r>
              <a:t>Your Private AI Style Passport — powered by Snapdragon on-device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84048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DDAA3D"/>
                </a:solidFill>
              </a:defRPr>
            </a:pPr>
            <a:r>
              <a:t>SEE IT. SAY IT. SAVE IT. BOOK IT.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Snapdragon AI Lab Build &amp; Present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558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6"/>
                </a:solidFill>
              </a:defRPr>
            </a:pPr>
            <a:r>
              <a:t>The missing layer is communication + memory, not another chatbot.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An inspiration photo shows a look — but not the user's exact intent.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Customers still struggle to explain what to keep, change, avoid, and maintain.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Cloud AI creates an unnecessary privacy and connectivity dependency for personal media.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558"/>
                </a:solidFill>
              </a:defRPr>
            </a:pPr>
            <a:r>
              <a:t>The new idea: AI Style Passport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6"/>
                </a:solidFill>
              </a:defRPr>
            </a:pPr>
            <a:r>
              <a:t>A personal style memory that gets more useful over time — without training on the user's 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Build a private, structured record of the user's style preferences and selected looks.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Remember explicit preferences: length, maintenance tolerance, occasions, styling routine, and feedback.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Keep the AI inference path local so personal photos and voice do not need to leave the PC.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558"/>
                </a:solidFill>
              </a:defRPr>
            </a:pPr>
            <a:r>
              <a:t>The signature feature: Barber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6"/>
                </a:solidFill>
              </a:defRPr>
            </a:pPr>
            <a:r>
              <a:t>Turn multimodal AI into a useful real-world artifact.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IMAGE: what the reference style visually communicates.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INTENT: what the user explicitly wants changed or preserved.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MAINTENANCE: how much daily effort the user accepts.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QUESTIONS: what should be clarified with the barber before service.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OUTPUT: one concise, salon-ready brief the user can show to a stylist.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558"/>
                </a:solidFill>
              </a:defRPr>
            </a:pPr>
            <a:r>
              <a:t>Snapdragon-native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6"/>
                </a:solidFill>
              </a:defRPr>
            </a:pPr>
            <a:r>
              <a:t>AI path: IMAGE + VOICE → LOCAL INFERENCE → BARBER BRIEF → STYLE PASSPORT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Qwen3-VL-4B-Instruct — image + text understanding through Qualcomm AI Hub.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Whisper-family model — local speech-to-text through Qualcomm AI Hub.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GenieX / QAIRT or another supported Qualcomm runtime path — validated on the target HP device.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Local Style Passport — structured preference memory, separate from raw media.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Optional Spring Boot salon services — appointments, services, history and other non-AI application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558"/>
                </a:solidFill>
              </a:defRPr>
            </a:pPr>
            <a:r>
              <a:t>Why Snapdragon changes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6"/>
                </a:solidFill>
              </a:defRPr>
            </a:pPr>
            <a:r>
              <a:t>The hardware is part of the experience — not just the deployment target.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Local multimodal inference makes privacy part of the product architecture.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Offline AI analysis becomes possible instead of treating cloud access as mandatory.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NPU acceleration can support responsive, sustained AI workloads.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The project can expose real device measurements instead of relying only on API response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558"/>
                </a:solidFill>
              </a:defRPr>
            </a:pPr>
            <a:r>
              <a:t>The 90-second judge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6"/>
                </a:solidFill>
              </a:defRPr>
            </a:pPr>
            <a:r>
              <a:t>Make the local-AI claim visible, measurable, and easy to understand.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0–10s: Show a hairstyle reference and the communication problem.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10–30s: User speaks natural preferences; AI processes image + voice locally.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30–50s: Barber Brief appears with clear, structured instructions.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50–65s: Save the result to the Style Passport.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65–80s: Ask for a future recommendation using the saved preferences.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80–90s: Disable network access and repeat the AI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558"/>
                </a:solidFill>
              </a:defRPr>
            </a:pPr>
            <a:r>
              <a:t>What we will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6"/>
                </a:solidFill>
              </a:defRPr>
            </a:pPr>
            <a:r>
              <a:t>No invented benchmark numbers — every final performance claim will be measured.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Inference latency on the actual HP Snapdragon PC.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NPU execution / fallback behavior and resource utilization.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Memory footprint and sustained responsiveness.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Quality of structured Barber Briefs on a self-created evaluation set.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Offline behavior and confirmation that selected AI inputs are not uploaded.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558"/>
                </a:solidFill>
              </a:defRPr>
            </a:pPr>
            <a:r>
              <a:t>Why this concept 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C76"/>
                </a:solidFill>
              </a:defRPr>
            </a:pPr>
            <a:r>
              <a:t>One product loop: SEE IT → SAY IT → SAVE IT → BOOK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Not another salon chatbot.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Not a generic image captioning demo.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Not a face-shape detector or virtual try-on claim.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Not cloud AI wrapped in a desktop UI.</a:t>
            </a:r>
          </a:p>
          <a:p>
            <a:pPr>
              <a:spcAft>
                <a:spcPts val="1300"/>
              </a:spcAft>
              <a:defRPr sz="2100">
                <a:solidFill>
                  <a:srgbClr val="232D34"/>
                </a:solidFill>
              </a:defRPr>
            </a:pPr>
            <a:r>
              <a:t>Instead: local multimodal AI + personal preference memory + a useful communication artifact.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5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SnapSalon Aura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DE1EE"/>
                </a:solidFill>
              </a:defRPr>
            </a:pPr>
            <a:r>
              <a:t>A private AI layer between inspiration and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2412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Your style. Your memory. Your device.</a:t>
            </a:r>
          </a:p>
          <a:p>
            <a:pPr algn="ctr">
              <a:defRPr sz="2000">
                <a:solidFill>
                  <a:srgbClr val="CCE2EF"/>
                </a:solidFill>
              </a:defRPr>
            </a:pPr>
            <a:r>
              <a:t>Built for Snapdragon-powered HP PCs.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